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CData with a Pipeline We 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Team  |  March 2026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384048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84048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840480"/>
            <a:ext cx="50292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8404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CData (Black Box)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 we can't control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layer — no visibility into how data moves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CDC — can't detect what actually changed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SCD2 — no historical tracking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error handling &amp; recovery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approaching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70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New: Python Pipeline (We Own It)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 — fully open-source stack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 into every step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CDC — deterministic change detection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SCD2 history in Bronze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recovery, retry, locking built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code, the logic, the schedule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Rust and Python for speed at billion-row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orchestration, config, error handling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Polars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747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DataFrame engine. Lazy eval, handles 3B+ rows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ConnectorX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179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extraction. 10-20x faster than ODBC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5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 Server bulk load. 100K+ rows/sec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918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0632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4747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row hashing via polars-hash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350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632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Hat Linux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2179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CPU / 46 GB RAM production server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41330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Rust-based tools? Python alone can't process 3B rows in-memory. Polars + ConnectorX handle the heavy lifting at native speed.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645920" cy="3840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9875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Automic Scheduler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097280" y="1344168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435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▼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1572768"/>
            <a:ext cx="16459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16184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Systems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984248"/>
            <a:ext cx="1280160" cy="43891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842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(Oracle)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532888"/>
            <a:ext cx="1280160" cy="43891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5328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(SQL Svr)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081528"/>
            <a:ext cx="1280160" cy="43891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Epicor (SQL Svr)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630168"/>
            <a:ext cx="1280160" cy="43891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6301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965960" y="288036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40280" y="2679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468880" y="1783080"/>
            <a:ext cx="1828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UDM_Stage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606040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CDC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INSERTs,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DELETEs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anti-join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 Polars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43400" y="288036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17720" y="2679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&gt;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846320" y="1783080"/>
            <a:ext cx="18288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178308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UDM_Bronze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83480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history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UdmActiveFlag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UdmEffectiveDateTime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UdmEndDateTime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20840" y="288036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95160" y="26791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&gt;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223760" y="1783080"/>
            <a:ext cx="16459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223760" y="1783080"/>
            <a:ext cx="1645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1"/>
          <p:cNvSpPr/>
          <p:nvPr/>
        </p:nvSpPr>
        <p:spPr>
          <a:xfrm>
            <a:off x="72237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/ Gold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60920" y="224028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Stored Procs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(Existing, unchanged)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4297680"/>
            <a:ext cx="4206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Automic triggers Python pipeline (new)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663440" y="4297680"/>
            <a:ext cx="42062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procedures own this (unchanged)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CDC: How We Detect Changes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gets a SHA-256 hash. Compare source hashes vs Stage hashes.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source, not in Stage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2044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both, hash differs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52044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17" name="Text 13"/>
          <p:cNvSpPr/>
          <p:nvPr/>
        </p:nvSpPr>
        <p:spPr>
          <a:xfrm>
            <a:off x="35204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+ hash diff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55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Stage, not in source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5508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4" name="Text 19"/>
          <p:cNvSpPr/>
          <p:nvPr/>
        </p:nvSpPr>
        <p:spPr>
          <a:xfrm>
            <a:off x="6355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anti-join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hash-based, not timestamp-based?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across Oracle and SQL Server — no ROWVERSION, no triggers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data always produces the same hash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changes timestamps miss (bulk updates, timezone bugs, manual corrections)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SCD2: How We Track History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325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Row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with Flag =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from 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Changed Row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(active) → UPDATE old (close)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kept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64008" cy="1325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Deleted Row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 close active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preserved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INSERT-First? (Crash Safety)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3840480" cy="15087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4612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UPDATE-first (conventional)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Close old version →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Insert new version → never happens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active rows = silent data loss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154680"/>
            <a:ext cx="3840480" cy="15087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INSERT-first (our approach)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Insert new version →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Old version still active, orphan auto-cleaned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self-healing, no data loss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Metadata-Driven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table = inserting one config row. No code changes. Automic triggers the scripts.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3716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UdmTablesList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registry: source, extraction routing, small vs large classification, lookback days, custom names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840480" cy="13716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UdmTablesColumnsList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metadata: primary key flags, index config, layer tracking (Stage, Bronze)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a New Table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5156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row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UdmTablesList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231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69748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69748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278892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20040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auto-creates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Bronze tables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84632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1"/>
          <p:cNvSpPr/>
          <p:nvPr/>
        </p:nvSpPr>
        <p:spPr>
          <a:xfrm>
            <a:off x="493776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34924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Auto-discovers PKs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system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2084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99516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9516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708660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49808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+ SCD2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Logging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PipelineEventLog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perf — 1 row/step/table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detail — Python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Safety at Billion-Row Scale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9443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Recovery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INSERT-first SCD2, per-day checkpointing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8328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9443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862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Protection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88620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sp_getapplock prevents duplicate runs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4436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084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Drift Detection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72084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new/removed columns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9592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PK Filtering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05156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and excluded from CDC/SCD2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38328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995928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Order Enforcement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88620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CSV always matches target ordinals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995928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208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Reconciliation Strategies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72084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collision, velocity, distribution shift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0391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42316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CDC + SCD2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03911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423160"/>
            <a:ext cx="1371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DNA, CCM, Epicor,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20391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2423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03911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423160"/>
            <a:ext cx="1371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recon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Scheduling: Automic triggers the Python scripts on our RHEL server (daily/hourly). No custom Automic logic — pipeline handles everything internally.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Metadata-driven: add a table = 1 config row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uses deterministic hashing, not timestamps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INSERT-first SCD2: unconventional but crash-safe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097280"/>
            <a:ext cx="2651760" cy="5029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70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7472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Silver/Gold layers untouched — your SQL works as before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now has full SCD2 history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ROW_NUMBER() for safest current-row queries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97280"/>
            <a:ext cx="2651760" cy="502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70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5508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CData eliminated by mid-April 2026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Automic scheduling — no manual intervention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via PipelineEventLog dashboards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reference available on Confluence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reference on Confluence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prefix traceability  |  TODO audit status  |  Q&amp;A appendix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840480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840480"/>
            <a:ext cx="457200" cy="4572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457200" cy="4572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8404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UDM Pipeline — Replacing CData</dc:title>
  <dc:subject>PptxGenJS Presentation</dc:subject>
  <dc:creator>UDM Pipeline Team</dc:creator>
  <cp:lastModifiedBy>UDM Pipeline Team</cp:lastModifiedBy>
  <cp:revision>1</cp:revision>
  <dcterms:created xsi:type="dcterms:W3CDTF">2026-03-04T20:58:50Z</dcterms:created>
  <dcterms:modified xsi:type="dcterms:W3CDTF">2026-03-04T20:58:50Z</dcterms:modified>
</cp:coreProperties>
</file>